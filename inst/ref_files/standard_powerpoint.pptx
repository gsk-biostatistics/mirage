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8A94-9095-7976-1A26-596367976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08301-DF0C-0A2D-DB01-FCF1D603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2A3E9-CBAE-A7FF-F20D-4F8D8E0D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1111A-8C62-AE81-F6B7-F3564961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EE780-F5B0-EB55-B4D9-6376722D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3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53B1-8CC0-6B71-F964-AD3DBAEA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1F716-009C-9F81-0DDE-2246A35B3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0C37E-890D-9571-5E3F-69EBAEF0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2B45-9B5B-2F74-5025-CFC068A8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DC29E-786A-5FFE-A2E6-A2DA4B5D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5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5F04-486A-2882-2FA9-D3EAED9E1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2CF18-9AC5-14E1-3C01-7E6339B11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0AD1-8D96-ABE4-63DD-3FB48E03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77023-C7E5-CF7C-DA34-9D14B6F5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F9C8A-9032-CA10-3FFF-C1B6F9B6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6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700B-7B33-4F7A-8F36-7DE94520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1346C-A73D-5917-E447-D6AEEC03E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A6B05-98B4-B19E-234E-F369228AA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901AA-9663-28DE-413D-88326BE1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2F3AE-BD05-06FC-A074-6F4B8D96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CC257-F6AC-4D0C-890E-77F7C843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66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B012-76D5-DF0A-941A-55CE9323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BA81C-D368-26EF-81CC-4F787143B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3D96E-31AF-0023-9C71-2B6AF8890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2A5A4-6B27-D41B-D22D-47B796C83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F0623-2080-9C79-D8C9-BA5729A0E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FF806-C3E0-799F-3F75-1AAAEB46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51EBF-2A9C-063A-6D74-99856BF2F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B85AB-515E-9093-1FDA-6D695735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7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2402-333F-0B5E-F043-B3E5C519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102DE-5C4B-D30B-4B39-186CD4D2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3B341-70EE-857F-CB04-CD30CA71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52A63-A0FF-369F-57C6-5A8D5E870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8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BB875-ABFB-091A-61DC-E9B38B2A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07237-6153-A166-FF4F-4E916DE4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B59F2-3427-712F-9C6A-B9557274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4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C5FF-1464-4769-B8E4-7A5EC8A2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954C1-25F6-6A8B-1EE8-F57273CD4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E8D4F-5DA7-2892-7AEB-DE7F3C1E6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FFB01-074F-8915-9A2E-6850E155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B46E3-AD0E-AAF7-22B9-7C85FB51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8D043-CA60-E408-91AC-FBBB8B75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4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3D3C-E7E2-D70A-04E5-77B3D4BF7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BB6663-B90E-FE1D-4D3C-D7F5C7234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88878-A4BF-DFC0-7C21-3467DE908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79258-6950-B97C-CF93-86D618B18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8CCC9-8809-2543-3023-F16DEB7A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AA27D-B70B-57AC-B508-8769618F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9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A0875-9007-4E3F-F16A-D35C4087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55CDA-EEC4-2484-84F8-B79B2FC13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C2A9A-5CE6-1C03-A353-E2E71AE5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B6AC-52C8-A2B4-C3A4-8F78F390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24DEB-1FA1-5AFB-F796-95CB1B9BC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F917A-0D8F-7022-8052-70DCD47E8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78F23-C816-A73E-D37E-87A8E98F9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F8662-600D-B22E-A9CC-459A78DC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2F612-FBB7-1DE5-1F14-2043E8D9D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705DE-DBF3-AFF4-399A-5B703464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3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883824-C2B1-49EB-7014-C477D58F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57EB1-44A4-3519-B5E1-379A7250D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BD03E-59FF-DAB5-7529-A80335287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A1D2E-A89B-400C-B494-EC7A8F9712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9955A-2209-839B-54B4-00A9D3282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61C3-A671-35CD-ED1A-BB036D5AD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B054C-D154-4455-B77E-17B6A71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9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2184-E06D-D8DA-0EE8-197D61424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Hello {mirage}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C2342-60AC-3341-83EA-D0CAD5CA3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2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df3522f-8c42-44b0-bea3-7f162a60ea50}" enabled="1" method="Standard" siteId="{63982aff-fb6c-4c22-973b-70e4acfb63e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Hello {mirage}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Ellis Hughes</dc:creator>
  <cp:lastModifiedBy>Ellis Hughes</cp:lastModifiedBy>
  <cp:revision>1</cp:revision>
  <dcterms:created xsi:type="dcterms:W3CDTF">2026-02-26T19:16:26Z</dcterms:created>
  <dcterms:modified xsi:type="dcterms:W3CDTF">2026-02-26T19:17:07Z</dcterms:modified>
</cp:coreProperties>
</file>